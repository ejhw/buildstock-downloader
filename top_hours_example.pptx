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1CF5EF8-EC49-48C1-A34C-D51B067E939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resstock_amy2012_release_1_upgrade=4_8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33C06FC-04F8-406E-90FB-ABCA44AB7B4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4/17/26 11:14:34 AM MDT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241638F7-6B35-44C3-A521-877B4EC233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70" y="0"/>
            <a:ext cx="87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1932DCC0-8412-4A32-B681-EE10B969CC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70" y="0"/>
            <a:ext cx="87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87A99E36-870A-4BA7-AB6E-CED6E9364A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70" y="0"/>
            <a:ext cx="87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5" name="slide5">
            <a:extLst>
              <a:ext uri="{FF2B5EF4-FFF2-40B4-BE49-F238E27FC236}">
                <a16:creationId xmlns:a16="http://schemas.microsoft.com/office/drawing/2014/main" id="{381E6AC5-7969-4A28-B2B3-7F216D74EB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70" y="0"/>
            <a:ext cx="87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6" name="slide6">
            <a:extLst>
              <a:ext uri="{FF2B5EF4-FFF2-40B4-BE49-F238E27FC236}">
                <a16:creationId xmlns:a16="http://schemas.microsoft.com/office/drawing/2014/main" id="{20763006-8DDF-4FB7-98B3-D7896878AF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170" y="0"/>
            <a:ext cx="87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2026-04-17T17:14:37Z</dcterms:created>
  <dcterms:modified xsi:type="dcterms:W3CDTF">2026-04-17T17:14:37Z</dcterms:modified>
</cp:coreProperties>
</file>